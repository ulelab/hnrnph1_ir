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>
        <p:scale>
          <a:sx n="75" d="100"/>
          <a:sy n="75" d="100"/>
        </p:scale>
        <p:origin x="3090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995312"/>
            <a:ext cx="5143500" cy="424462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85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4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5"/>
            <a:ext cx="5915025" cy="507153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8159046"/>
            <a:ext cx="5915025" cy="26669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9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52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49112"/>
            <a:ext cx="5915025" cy="23565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49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8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174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226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44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08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649111"/>
            <a:ext cx="1478756" cy="1033215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649111"/>
            <a:ext cx="4350544" cy="1033215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55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6856286" cy="12192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389725" y="-5485"/>
            <a:ext cx="745937" cy="1062405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5872082" y="10972801"/>
            <a:ext cx="833682" cy="1207756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4487261" y="9239428"/>
            <a:ext cx="2369025" cy="295257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6103" y="26983"/>
            <a:ext cx="1236910" cy="5922229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4843462" y="5825067"/>
            <a:ext cx="1985209" cy="6366932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649112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0DAF61AA-5A98-4049-A93E-477E5505141A}" type="datetimeFigureOut">
              <a:rPr lang="en-US" smtClean="0"/>
              <a:pPr/>
              <a:t>8/11/2026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11300179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72125" y="11300179"/>
            <a:ext cx="814388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52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E16FFA0-65E8-131F-6366-6E60FA7DA310}"/>
              </a:ext>
            </a:extLst>
          </p:cNvPr>
          <p:cNvSpPr/>
          <p:nvPr/>
        </p:nvSpPr>
        <p:spPr>
          <a:xfrm>
            <a:off x="694592" y="618391"/>
            <a:ext cx="5468816" cy="14009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SpliceAI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inferences generated across all human introns and filtered to remove signal below 0.01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1,494,134 splice site inferences</a:t>
            </a:r>
            <a:endParaRPr lang="en-GB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B70EEDD-A0AD-0DB4-9816-F3F88A2A2029}"/>
              </a:ext>
            </a:extLst>
          </p:cNvPr>
          <p:cNvSpPr/>
          <p:nvPr/>
        </p:nvSpPr>
        <p:spPr>
          <a:xfrm>
            <a:off x="5450254" y="1318845"/>
            <a:ext cx="508000" cy="4953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-a</a:t>
            </a:r>
            <a:endParaRPr lang="en-GB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C0822E-1796-6E3C-602C-7D9DC80893DD}"/>
              </a:ext>
            </a:extLst>
          </p:cNvPr>
          <p:cNvSpPr/>
          <p:nvPr/>
        </p:nvSpPr>
        <p:spPr>
          <a:xfrm>
            <a:off x="694592" y="2413000"/>
            <a:ext cx="5468816" cy="40889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RBPnet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PRPF8 model predictions across introns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242,946 Peaks</a:t>
            </a: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PRPF8 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iCLIP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HepG2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3,108,179 Crosslinks</a:t>
            </a: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PRPF8 </a:t>
            </a:r>
            <a:r>
              <a:rPr lang="en-GB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eCLIP</a:t>
            </a:r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HepG2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78,581 Peaks (ENCODE)</a:t>
            </a:r>
          </a:p>
          <a:p>
            <a:pPr algn="ctr"/>
            <a:endParaRPr lang="en-GB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\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-a \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-b \</a:t>
            </a:r>
            <a:b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-c \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-s \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| awk ‘$NF &gt; 0’ </a:t>
            </a:r>
            <a:r>
              <a:rPr lang="en-GB" sz="1600" dirty="0" err="1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SupportedSpliceSites.bed</a:t>
            </a:r>
            <a:endParaRPr lang="en-GB" sz="16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2F0223-9EAB-1B55-C4B8-90BD5A9F1ABD}"/>
              </a:ext>
            </a:extLst>
          </p:cNvPr>
          <p:cNvSpPr/>
          <p:nvPr/>
        </p:nvSpPr>
        <p:spPr>
          <a:xfrm>
            <a:off x="2127250" y="42154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latin typeface="Raleway" pitchFamily="2" charset="0"/>
                <a:cs typeface="Posterama" panose="020B0504020200020000" pitchFamily="34" charset="0"/>
              </a:rPr>
              <a:t>SpliceAI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58C80A-D7BA-B1DC-3A6A-28477E98B595}"/>
              </a:ext>
            </a:extLst>
          </p:cNvPr>
          <p:cNvSpPr/>
          <p:nvPr/>
        </p:nvSpPr>
        <p:spPr>
          <a:xfrm>
            <a:off x="2127250" y="2216150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Bedtools intersect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A3C5B3-0E4E-58AA-3355-3552F2F1365C}"/>
              </a:ext>
            </a:extLst>
          </p:cNvPr>
          <p:cNvSpPr/>
          <p:nvPr/>
        </p:nvSpPr>
        <p:spPr>
          <a:xfrm>
            <a:off x="5450254" y="3962157"/>
            <a:ext cx="508000" cy="4953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-b</a:t>
            </a:r>
            <a:endParaRPr lang="en-GB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D6ECC2-3197-2E44-E421-12E3D15029A8}"/>
              </a:ext>
            </a:extLst>
          </p:cNvPr>
          <p:cNvSpPr/>
          <p:nvPr/>
        </p:nvSpPr>
        <p:spPr>
          <a:xfrm>
            <a:off x="694592" y="6994040"/>
            <a:ext cx="5468816" cy="12802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Remove splice sites within 100 bp of canonical splice sites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30,200 Predicted splice sites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2C851E-9F51-FD47-A220-F6AF5F60A9C4}"/>
              </a:ext>
            </a:extLst>
          </p:cNvPr>
          <p:cNvSpPr/>
          <p:nvPr/>
        </p:nvSpPr>
        <p:spPr>
          <a:xfrm>
            <a:off x="694592" y="8667998"/>
            <a:ext cx="5468816" cy="12802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Remove exon overlaps with Granges, keep only “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protein_coding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” introns in Gencode.v49.annotation.gtf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15,172 Predicted splice sites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6EE5-AF03-3D0F-E200-390864EB9EBA}"/>
              </a:ext>
            </a:extLst>
          </p:cNvPr>
          <p:cNvSpPr/>
          <p:nvPr/>
        </p:nvSpPr>
        <p:spPr>
          <a:xfrm>
            <a:off x="694592" y="10440381"/>
            <a:ext cx="5468816" cy="12802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Remove loci matching annotated Recount junctions (TCGA/SRA/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GTEx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, ±5 bp)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13,913 Predicted splice sites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31029C-2849-065F-6921-B5EDD11CF6C5}"/>
              </a:ext>
            </a:extLst>
          </p:cNvPr>
          <p:cNvSpPr/>
          <p:nvPr/>
        </p:nvSpPr>
        <p:spPr>
          <a:xfrm>
            <a:off x="2127250" y="8471148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Genomic Ranges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A8B043-284B-871C-0F20-AB9A4DE82FA3}"/>
              </a:ext>
            </a:extLst>
          </p:cNvPr>
          <p:cNvSpPr/>
          <p:nvPr/>
        </p:nvSpPr>
        <p:spPr>
          <a:xfrm>
            <a:off x="2127250" y="1024353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Recount3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13033"/>
      </p:ext>
    </p:extLst>
  </p:cSld>
  <p:clrMapOvr>
    <a:masterClrMapping/>
  </p:clrMapOvr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Explore</Template>
  <TotalTime>122</TotalTime>
  <Words>136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SimHei</vt:lpstr>
      <vt:lpstr>Abadi</vt:lpstr>
      <vt:lpstr>Arial</vt:lpstr>
      <vt:lpstr>Avenir Next LT Pro</vt:lpstr>
      <vt:lpstr>AvenirNext LT Pro Medium</vt:lpstr>
      <vt:lpstr>Posterama</vt:lpstr>
      <vt:lpstr>Raleway</vt:lpstr>
      <vt:lpstr>ExploreVTI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Jones</dc:creator>
  <cp:lastModifiedBy>Michael Jones</cp:lastModifiedBy>
  <cp:revision>2</cp:revision>
  <dcterms:created xsi:type="dcterms:W3CDTF">2026-08-11T10:51:43Z</dcterms:created>
  <dcterms:modified xsi:type="dcterms:W3CDTF">2026-08-11T12:54:38Z</dcterms:modified>
</cp:coreProperties>
</file>